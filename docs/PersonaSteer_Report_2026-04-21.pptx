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B04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ALOE Gold</c:v>
                  </c:pt>
                  <c:pt idx="1">
                    <c:v>Baseline</c:v>
                  </c:pt>
                  <c:pt idx="2">
                    <c:v>Claude SFT
Stage2</c:v>
                  </c:pt>
                  <c:pt idx="3">
                    <c:v>Big Five
PersonaSteer</c:v>
                  </c:pt>
                  <c:pt idx="4">
                    <c:v>Big Five
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2.6</c:v>
                </c:pt>
                <c:pt idx="1">
                  <c:v>2.833</c:v>
                </c:pt>
                <c:pt idx="2">
                  <c:v>3.033</c:v>
                </c:pt>
                <c:pt idx="3">
                  <c:v>3.503</c:v>
                </c:pt>
                <c:pt idx="4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
Conscient.</c:v>
                  </c:pt>
                  <c:pt idx="1">
                    <c:v>A
Agreeabl.</c:v>
                  </c:pt>
                  <c:pt idx="2">
                    <c:v>E
Extraver.</c:v>
                  </c:pt>
                  <c:pt idx="3">
                    <c:v>N
Neurotic.</c:v>
                  </c:pt>
                  <c:pt idx="4">
                    <c:v>O
Openness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0.815</c:v>
                </c:pt>
                <c:pt idx="1">
                  <c:v>0.711</c:v>
                </c:pt>
                <c:pt idx="2">
                  <c:v>0.685</c:v>
                </c:pt>
                <c:pt idx="3">
                  <c:v>0.396</c:v>
                </c:pt>
                <c:pt idx="4">
                  <c:v>0.386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PersonaSteer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Activation Steering for Multi-Persona Dialogue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Report  |  2026-04-21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Qwen3-4B  |  Big Five Personality  |  LLM Judge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2926080" cy="64008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Personality 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Big Five Description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0" y="1097280"/>
            <a:ext cx="2926080" cy="640080"/>
          </a:xfrm>
          <a:prstGeom prst="rect">
            <a:avLst/>
          </a:prstGeom>
          <a:solidFill>
            <a:srgbClr val="F5B04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097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35"/>
                </a:solidFill>
              </a:rPr>
              <a:t>Big Five [O,C,E,A,N]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6608"/>
                </a:solidFill>
              </a:rPr>
              <a:t>5D Structured Vector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737360"/>
            <a:ext cx="0" cy="365760"/>
          </a:xfrm>
          <a:prstGeom prst="line">
            <a:avLst/>
          </a:prstGeom>
          <a:noFill/>
          <a:ln w="25400">
            <a:solidFill>
              <a:srgbClr val="8B9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0" y="1737360"/>
            <a:ext cx="0" cy="365760"/>
          </a:xfrm>
          <a:prstGeom prst="line">
            <a:avLst/>
          </a:prstGeom>
          <a:noFill/>
          <a:ln w="25400">
            <a:solidFill>
              <a:srgbClr val="8B9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HyperNetwork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Frozen Encoder + Big Five 5D Branch + Projector MLP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0" cy="274320"/>
          </a:xfrm>
          <a:prstGeom prst="line">
            <a:avLst/>
          </a:prstGeom>
          <a:noFill/>
          <a:ln w="25400">
            <a:solidFill>
              <a:srgbClr val="8B9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3108960"/>
            <a:ext cx="4572000" cy="548640"/>
          </a:xfrm>
          <a:prstGeom prst="rect">
            <a:avLst/>
          </a:prstGeom>
          <a:solidFill>
            <a:srgbClr val="2C3E6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DynamicGate  |  g_i = sigmoid(MLP(v_t))  |  Layers [16..23]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0" cy="274320"/>
          </a:xfrm>
          <a:prstGeom prst="line">
            <a:avLst/>
          </a:prstGeom>
          <a:noFill/>
          <a:ln w="25400">
            <a:solidFill>
              <a:srgbClr val="8B9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solidFill>
            <a:srgbClr val="0F163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Qwen3-4B Backbone (Frozen)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h'_i = h_i + g_i * proj_i(v_t)  via forward hooks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Journey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</a:rPr>
              <a:t>Strict v3 Rubric  |  GPT-5.4 Judge  |  'Good but generic = 3'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Finding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7AE60"/>
                </a:solidFill>
              </a:rPr>
              <a:t>3.503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PersonaSteer + Injection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</a:rPr>
              <a:t>197 samples, strict v3 rubric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5A5"/>
                </a:solidFill>
              </a:rPr>
              <a:t>vs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2011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B041"/>
                </a:solidFill>
              </a:rPr>
              <a:t>3.500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Baseline (Prompt Only)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</a:rPr>
              <a:t>50 samples, same personalities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66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Injection provides +0.003 gain (not significant)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3.033 → 3.503 improvement comes entirely from better personality descriptions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(Big Five structured format), not from the injection mechanism.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Probing: Where Personality Lives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188720"/>
            <a:ext cx="3383280" cy="7315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0" y="1234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 (Conscientiousness)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R²=0.815, peaks at layer 19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Strongest signal — structured vs chaotic language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03520" y="2011680"/>
            <a:ext cx="3383280" cy="7315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2057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 (Extraversion)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R²=0.685, increases with depth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Surfaces in deep semantic processing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2834640"/>
            <a:ext cx="3383280" cy="7315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 &amp; 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R²&lt;0.40 throughout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Model least sensitive to these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3657600"/>
            <a:ext cx="3383280" cy="73152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Recommended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Injection window: Layer [16..23]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Overall R²=0.559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Big Five Personalities (cos similarity: 0.037)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Persona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Trait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Dreamer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4.08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High O, Low C, High 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Artist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High O, Low C, High 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Stoic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3.82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Low O, High C, Low E, Low 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Hermit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Low E (-0.9)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Entertainer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3.62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High E (+0.9)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Explorer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High O, High 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Caretaker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High A, High 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Commander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Low A (-0.6)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Perfectionist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High N, High C, Low 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</a:rPr>
              <a:t>Extreme personalities (Dreamer, Artist, Stoic) score highest — distinctive speech patterns are easiest to learn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ALOE 57 personalities: encoder cos = 0.961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4572000"/>
            <a:ext cx="3657600" cy="36576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Big Five 16 personalities: 5D cos = 0.037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Chain: Finding the Bottleneck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3152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097280"/>
            <a:ext cx="7607808" cy="8686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Q1: Is injection mechanism the bottleneck?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 — Embedding Table (A1) and gate=50% (B) both score 3.0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3152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57400"/>
            <a:ext cx="7607808" cy="8686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Q2: Is Claude generation quality too low?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 — Claude scores 4.0 with simple prompt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73152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3017520"/>
            <a:ext cx="7607808" cy="8686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632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Q3: Is personality description the issue?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YES — Encoder cos=0.961, all ALOE personalities identical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73152" cy="868680"/>
          </a:xfrm>
          <a:prstGeom prst="rect">
            <a:avLst/>
          </a:prstGeom>
          <a:solidFill>
            <a:srgbClr val="F5B041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977640"/>
            <a:ext cx="7607808" cy="86868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23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Q4: Does Big Five fix it?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YES for descriptions (3.5) — but NO for injection (baseline = 3.5 too)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Research Directions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A. No-Prompt Injection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Remove personality from system prompt.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v_t becomes the ONLY personality signal.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Tests injection's independent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B. Multi-Turn Consistency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10-20 turn dialogues.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Does prompt-based personality fade?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v_t injection should maintain consistency.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F5B0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C. Continuous Interpolation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Smoothly transition E=+0.9 → E=-0.9.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Observe gradual style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Prompts can't do continuous control.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5A5"/>
                </a:solidFill>
              </a:rPr>
              <a:t>When does injection outperform prompting?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25327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Big Five structured personalities dramatically improve persona alignment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(cos 0.961 → 0.037, score 3.03 → 3.50)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solidFill>
            <a:srgbClr val="25327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Probing reveals personality info peaks at layers 16-23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(C dimension R²=0.815, E increases with depth)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7680960" cy="822960"/>
          </a:xfrm>
          <a:prstGeom prst="rect">
            <a:avLst/>
          </a:prstGeom>
          <a:solidFill>
            <a:srgbClr val="25327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Injection mechanism provides no gain when personality is in the prompt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(3.503 vs 3.500, not significant)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25327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 Future value: no-prompt control, multi-turn consistency, continuous interpolation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PersonaSteer Experiment Report</dc:title>
  <dc:subject>PptxGenJS Presentation</dc:subject>
  <dc:creator>PersonaSteer Team</dc:creator>
  <cp:lastModifiedBy>PersonaSteer Team</cp:lastModifiedBy>
  <cp:revision>1</cp:revision>
  <dcterms:created xsi:type="dcterms:W3CDTF">2026-04-21T01:55:23Z</dcterms:created>
  <dcterms:modified xsi:type="dcterms:W3CDTF">2026-04-21T01:55:23Z</dcterms:modified>
</cp:coreProperties>
</file>