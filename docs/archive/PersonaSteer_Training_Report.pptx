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Minimal</c:v>
                  </c:pt>
                  <c:pt idx="1">
                    <c:v>Baseline</c:v>
                  </c:pt>
                  <c:pt idx="2">
                    <c:v>Neuroticism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3.2</c:v>
                </c:pt>
                <c:pt idx="2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Minimal</c:v>
                  </c:pt>
                  <c:pt idx="1">
                    <c:v>Baseline</c:v>
                  </c:pt>
                  <c:pt idx="2">
                    <c:v>Neuroticism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2.8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Minimal</c:v>
                  </c:pt>
                  <c:pt idx="1">
                    <c:v>Baseline</c:v>
                  </c:pt>
                  <c:pt idx="2">
                    <c:v>Neuroticism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</c:v>
                </c:pt>
                <c:pt idx="1">
                  <c:v>2.89</c:v>
                </c:pt>
                <c:pt idx="2">
                  <c:v>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PersonaSteer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人格引导模型训练与分析报告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HyperNetwork 的人格引导模型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通过注入层使LLM生成符合特定人格特质的回复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渐进式三阶段训练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基础模型: Qwen3-4B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核心组件: HyperNetwork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注入层: Injection Layers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训练阶段: Stage 1→2→3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三种训练配置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注入层数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Neuroticism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最少注入，专注神经质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中等注入，平衡配置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最多注入，全覆盖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评估结果 - LLM Judge 评分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人格一致性评分 (1-5分)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146304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Neuroticism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 Loss 对比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017520" cy="109728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Neuroticism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关键发现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Loss-Score 相关系数: 0.345 — 低训练 Loss 不一定带来高人格一致性评分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4023360"/>
          <a:ext cx="82296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Judge评分最高 (3.13)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3达到最佳效果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Loss最低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Neuroticism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训练Loss最低 (3.08)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但评分不是最高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73152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最稳定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评分标准差最小 (0.80)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波动较小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核心问题：思考过程泄露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93192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问题回复: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"Okay, the user is asking... I need to respond in a friendly way. First, I should..."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93192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期望回复: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sounds great! I've been working on some interesting projects. How about you?"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后处理优化尝试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过滤方法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 "Okay, the user..." 开头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 "首先，我需要..." 中文思考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 "用户:" 后续生成内容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后处理效果对比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029200" cy="18288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原评分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新评分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变化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minimal_stage2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minimal_stage1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baseline_stage2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minimal_stage3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baseline_stage3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2286000"/>
            <a:ext cx="3017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局限性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0" y="2743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移除部分思考开头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移除后续对话生成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剩余仍含思考句式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治标不治本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短期方案 (推理时)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3566160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难度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效果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后处理过滤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Tokens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Prompt优化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长期方案 (训练时)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566160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难度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效果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数据清洗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SFT数据重构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DPO偏好优化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推荐配置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(6层注入) — LLM Judge评分最高 (3.13)，Stage 3达到最佳效果 (3.3)，平衡了注入层数与泛化能力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配置表现最佳，建议后续实验以此为基础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思考过程泄露是主要问题，需从训练数据层面解决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1089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不是唯一指标，应结合 LLM Judge 评分综合评估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9319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后处理有一定效果但有限，根本解决需改进训练流程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4572000"/>
            <a:ext cx="36576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PersonaSteer 训练与分析报告</dc:title>
  <dc:subject>PptxGenJS Presentation</dc:subject>
  <dc:creator>PersonaSteer Team</dc:creator>
  <cp:lastModifiedBy>PersonaSteer Team</cp:lastModifiedBy>
  <cp:revision>1</cp:revision>
  <dcterms:created xsi:type="dcterms:W3CDTF">2026-04-11T11:42:38Z</dcterms:created>
  <dcterms:modified xsi:type="dcterms:W3CDTF">2026-04-11T11:42:38Z</dcterms:modified>
</cp:coreProperties>
</file>